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7F74"/>
          </a:solidFill>
          <a:ln w="12700">
            <a:solidFill>
              <a:srgbClr val="287F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7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Тема проекта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Оценка влияния городской застройки на температуру поверхности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Мой район / город / регион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006840" y="1051560"/>
            <a:ext cx="2606040" cy="3337560"/>
          </a:xfrm>
          <a:prstGeom prst="rect">
            <a:avLst>
              <a:gd name="adj" fmla="val 350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7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карты / графика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7F74"/>
          </a:solidFill>
          <a:ln w="12700">
            <a:solidFill>
              <a:srgbClr val="287F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7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Городские материалы нагреваются по-разному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в одних местах жарче, чем в других?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006840" y="1051560"/>
            <a:ext cx="2606040" cy="3337560"/>
          </a:xfrm>
          <a:prstGeom prst="rect">
            <a:avLst>
              <a:gd name="adj" fmla="val 350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7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карты / графика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7F74"/>
          </a:solidFill>
          <a:ln w="12700">
            <a:solidFill>
              <a:srgbClr val="287F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7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 и гипотеза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Цель: сравнить температуру поверхности разных зон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Гипотеза: плотная застройка теплее парков и водных зон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006840" y="1051560"/>
            <a:ext cx="2606040" cy="3337560"/>
          </a:xfrm>
          <a:prstGeom prst="rect">
            <a:avLst>
              <a:gd name="adj" fmla="val 350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7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карты / графика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7F74"/>
          </a:solidFill>
          <a:ln w="12700">
            <a:solidFill>
              <a:srgbClr val="287F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7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Landsat / Sentinel / Copernicus Browser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снимка, облачность, территория исследования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006840" y="1051560"/>
            <a:ext cx="2606040" cy="3337560"/>
          </a:xfrm>
          <a:prstGeom prst="rect">
            <a:avLst>
              <a:gd name="adj" fmla="val 350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7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карты / графика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7F74"/>
          </a:solidFill>
          <a:ln w="12700">
            <a:solidFill>
              <a:srgbClr val="287F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7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точек, таблица наблюдений, карта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Сравниваем жилые кварталы, дороги, парки, воду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006840" y="1051560"/>
            <a:ext cx="2606040" cy="3337560"/>
          </a:xfrm>
          <a:prstGeom prst="rect">
            <a:avLst>
              <a:gd name="adj" fmla="val 350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7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карты / графика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7F74"/>
          </a:solidFill>
          <a:ln w="12700">
            <a:solidFill>
              <a:srgbClr val="287F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7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результата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Вставьте тепловую карту или скриншот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Подпишите самые теплые и прохладные зоны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006840" y="1051560"/>
            <a:ext cx="2606040" cy="3337560"/>
          </a:xfrm>
          <a:prstGeom prst="rect">
            <a:avLst>
              <a:gd name="adj" fmla="val 350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7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карты / графика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7F74"/>
          </a:solidFill>
          <a:ln w="12700">
            <a:solidFill>
              <a:srgbClr val="287F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7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подтвердилось, что оказалось неожиданным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Свяжите результат с застройкой и типом поверхности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006840" y="1051560"/>
            <a:ext cx="2606040" cy="3337560"/>
          </a:xfrm>
          <a:prstGeom prst="rect">
            <a:avLst>
              <a:gd name="adj" fmla="val 350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7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карты / графика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7F74"/>
          </a:solidFill>
          <a:ln w="12700">
            <a:solidFill>
              <a:srgbClr val="287F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7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Дата снимка, погода, облачность, разрешение данных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это важно для честных выводов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006840" y="1051560"/>
            <a:ext cx="2606040" cy="3337560"/>
          </a:xfrm>
          <a:prstGeom prst="rect">
            <a:avLst>
              <a:gd name="adj" fmla="val 350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7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карты / графика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7F74"/>
          </a:solidFill>
          <a:ln w="12700">
            <a:solidFill>
              <a:srgbClr val="287F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7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3-5 коротких выводов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можно улучшить в районе или исследовании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006840" y="1051560"/>
            <a:ext cx="2606040" cy="3337560"/>
          </a:xfrm>
          <a:prstGeom prst="rect">
            <a:avLst>
              <a:gd name="adj" fmla="val 350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7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карты / графика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87F74"/>
          </a:solidFill>
          <a:ln w="12700">
            <a:solidFill>
              <a:srgbClr val="287F7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5029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F7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Вопросы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7955280" cy="1737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21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45262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0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Контакт / класс / школа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006840" y="1051560"/>
            <a:ext cx="2606040" cy="3337560"/>
          </a:xfrm>
          <a:prstGeom prst="rect">
            <a:avLst>
              <a:gd name="adj" fmla="val 350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D9E3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81160" y="233172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87F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для карты / графика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5project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Оценка влияния городской застройки на температуру поверхности</dc:title>
  <dc:subject>Шаблон защиты проекта по ДЗЗ</dc:subject>
  <dc:creator>5project</dc:creator>
  <cp:lastModifiedBy>5project</cp:lastModifiedBy>
  <cp:revision>1</cp:revision>
  <dcterms:created xsi:type="dcterms:W3CDTF">2026-06-28T10:34:53Z</dcterms:created>
  <dcterms:modified xsi:type="dcterms:W3CDTF">2026-06-28T10:34:53Z</dcterms:modified>
</cp:coreProperties>
</file>